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6E2F2"/>
                </a:solidFill>
                <a:latin typeface="Calibri"/>
              </a:rPr>
              <a:t>МДК.04.02  ·  Занятие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Логистическая система: понятие, элементы, звенья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10128"/>
            <a:ext cx="50292" cy="2542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55848"/>
            <a:ext cx="10545775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Понять, что такое логистическая система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Научиться различать элемент и звено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Определять вход и выход системы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Считать звенья, связи и долю своих звеньев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ДЛ 301-2024  ·  38.02.03 Операционная деятельность в логистике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Вопрос для начала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1737360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Магазин, склад, перевозчик и поставщик — это четыре разные фирмы или одна система?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0792"/>
            <a:ext cx="1091153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Подумайте: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Есть ли у них общая цель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Что будет, если одно звено остановится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Кто отвечает за результат целиком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Логистическая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56232"/>
            <a:ext cx="10911535" cy="2286000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56232"/>
            <a:ext cx="64008" cy="228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12264"/>
            <a:ext cx="102714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Логистическая система (ЛС)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совокупность связанных между собой звеньев, которая доводит материальный поток от поставщика до потребителя и управляется как единое целое.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799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Ключевое слово — «связанных между собой»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Управление общее, а не по каждому звену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Цель у всех звеньев одна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Четыре признака логистической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911535" cy="417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1">
                <a:solidFill>
                  <a:srgbClr val="5A6472"/>
                </a:solidFill>
                <a:latin typeface="Calibri"/>
              </a:rPr>
              <a:t>Нет хотя бы одного признака — системы нет, есть набор участников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Целостность: части работают на общий результат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Связи: звенья обмениваются товаром, информацией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Организация: связи упорядочены, а не случайны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Единая цель: доставить нужный товар вовремя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Вход и выход логистической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30552"/>
            <a:ext cx="3198266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ВХОД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сырьё, товары, заказы, информация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29786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6714" y="2130552"/>
            <a:ext cx="3198266" cy="13716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5586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ЛОГИСТИЧЕСКАЯ СИСТЕМА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6714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закупка, хранение, перевозка, отгрузка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86420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3348" y="2130552"/>
            <a:ext cx="3198266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2220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ВЫХОД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348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товар у потребителя, выполненный заказ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Границу системы задаёт тот, кто её оценивает: что внутри — считаем, что снаружи — только учитываем.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Элемент и звено: в чём разница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Элемент ЛС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Неделимая часть в рамках задачи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Примеры: погрузчик, стеллаж, кладовщик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Внутри одного звена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Дальше не разбираем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Звено ЛС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Обособленный участник с своей функцией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Примеры: поставщик, перевозчик, склад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Может быть отдельной организацией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Состоит из элементов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Типовые звенья логистической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56232"/>
          <a:ext cx="10911534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999"/>
                <a:gridCol w="4146383"/>
                <a:gridCol w="3928152"/>
              </a:tblGrid>
              <a:tr h="650748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Звено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Что делает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Что у него измеряют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</a:tr>
              <a:tr h="650748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Поставщик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Отгружает сырьё и товары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Соблюдение сроков, доля брака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650748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Перевозчик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Доставляет груз между точками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Пробег, срок доставки, тариф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  <a:tr h="650748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Склад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Принимает, хранит, комплектует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Грузооборот, использование площади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650748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Производство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Перерабатывает сырьё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Объём выпуска, длительность цикла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  <a:tr h="650748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Магазин (потребитель)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Принимает и продаёт товар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Полнота заказа, дефицит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1. Считаем звенья условного хлебозавода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581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Мука приходит от сторонней мельницы, везёт сторонний перевозчик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Свои: склад сырья, цех, склад готовой продукции, свой транспорт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Хлеб принимают 12 магазинов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02152"/>
            <a:ext cx="10911535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Выписываем звенья по пути потока и считаем их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мельница → перевозчик → склад сырья → цех → склад ГП → транспорт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     Всего 6 звеньев, свои 4. Магазины — за границей системы завода.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Находим долю собственных звеньев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4 / 6 × 100 % = 66,7 %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6 звеньев, из них 4 свои — 66,7 % цепи под прямым контролем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2. Считаем связи и читаем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24358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 цепи 6 звеньев, выстроены последовательно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На выходе — 12 магазинов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63824"/>
            <a:ext cx="10911535" cy="2221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Связи в последовательной цепи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6 − 1 = 5 связей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     В цепочке связей всегда на одну меньше, чем звеньев.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Добавляем 12 магазинов вместо одного выхода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5 − 1 + 12 = 16 связей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16 связей; каждая связь — место возможного сбоя потока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Типичные ошибки при выделении звеньев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911535" cy="417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Вместо звена называют подразделение предприятия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Забывают сторонних участников: перевозчика, поставщика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Теряют вход и выход системы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Смешивают элемент и звено в одном списке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Закрепление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1.  Дайте определение логистической системы.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2.  Чем звено отличается от элемента? Приведите по одному примеру.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3.  Что подаётся на вход логистической системы магазина?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4.  В цепи 8 последовательных звеньев. Сколько в ней связей?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5.  Почему рост числа звеньев увеличивает риск задержки?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Итог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Логистическая система — связанные звенья с общей целью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Звено — участник с функцией, элемент — его часть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Границу системы задаёт тот, кто оценивает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Чем больше звеньев, тем больше связей и рисков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Долю своих звеньев считают делением на общее число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9696"/>
            <a:ext cx="1032631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Построить схему логистической системы своей компании из задания занятия 1.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Звенья — прямоугольники, связи — стрелки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Подписать вход и выход системы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Отметить свои и сторонние звенья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Посчитать долю собственных звеньев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33672"/>
            <a:ext cx="10911535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Опорный учебник: Гаджинский А. М. Логистика. — М.: Дашков и К,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